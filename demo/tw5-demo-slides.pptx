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Micro Kubernetes Services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83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A"/>
                </a:solidFill>
              </a:rPr>
              <a:t>Three scaling microservices behind a self-scaling nginx load balancer, on Minikube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4"/>
                </a:solidFill>
              </a:rPr>
              <a:t>TW5 Demo  //  Zsolt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Path-based routing at the edge, one dedicated database per service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4F6F9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</a:rPr>
              <a:t>Public client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2194560"/>
            <a:ext cx="0" cy="45720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" y="26974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nginx-lb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Service: LoadBalancer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HPA 1-2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51760" y="3108960"/>
            <a:ext cx="1737360" cy="-13716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3108960"/>
            <a:ext cx="411480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3108960"/>
            <a:ext cx="6492240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269748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1E8E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6160" y="2697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auth-service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HPA 2-6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34840" y="3520440"/>
            <a:ext cx="0" cy="45720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66160" y="402336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F4F6F9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40233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A"/>
                </a:solidFill>
              </a:rPr>
              <a:t>auth-db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0" y="269748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5C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0" y="2697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storage-service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HPA 2-5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12280" y="3520440"/>
            <a:ext cx="0" cy="45720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943600" y="402336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F4F6F9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0" y="40233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A"/>
                </a:solidFill>
              </a:rPr>
              <a:t>storage-db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321040" y="269748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1E8E7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21040" y="2697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hr-service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</a:rPr>
              <a:t>HPA 1-3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89720" y="3520440"/>
            <a:ext cx="0" cy="45720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321040" y="4023360"/>
            <a:ext cx="1737360" cy="594360"/>
          </a:xfrm>
          <a:prstGeom prst="roundRect">
            <a:avLst>
              <a:gd name="adj" fmla="val 12308"/>
            </a:avLst>
          </a:prstGeom>
          <a:solidFill>
            <a:srgbClr val="F4F6F9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1040" y="40233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A4A"/>
                </a:solidFill>
              </a:rPr>
              <a:t>hr-db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480560" y="2926080"/>
            <a:ext cx="1463040" cy="0"/>
          </a:xfrm>
          <a:prstGeom prst="line">
            <a:avLst/>
          </a:prstGeom>
          <a:noFill/>
          <a:ln w="19050">
            <a:solidFill>
              <a:srgbClr val="1E8E7E"/>
            </a:solidFill>
            <a:prstDash val="dash"/>
            <a:headEnd type="triangle"/>
          </a:ln>
        </p:spPr>
      </p:sp>
      <p:sp>
        <p:nvSpPr>
          <p:cNvPr id="28" name="Shape 26"/>
          <p:cNvSpPr/>
          <p:nvPr/>
        </p:nvSpPr>
        <p:spPr>
          <a:xfrm>
            <a:off x="5303520" y="2880360"/>
            <a:ext cx="3017520" cy="-640080"/>
          </a:xfrm>
          <a:prstGeom prst="line">
            <a:avLst/>
          </a:prstGeom>
          <a:noFill/>
          <a:ln w="19050">
            <a:solidFill>
              <a:srgbClr val="1E8E7E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3566160" y="48463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</a:rPr>
              <a:t>AUTH_SERVICE_URL (env var) -- storage &amp; hr call auth directly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486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4A"/>
                </a:solidFill>
              </a:rPr>
              <a:t>Kubernetes Services (ClusterIP) give every arrow its dynamic, pod-level load balancing --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4A"/>
                </a:solidFill>
              </a:rPr>
              <a:t>no pod IPs anywhere in this diagram, and none in the code.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TW5 Demo -- Micro Kubernetes Services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Scaling Model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Every stateless tier is independently autoscaled on CPU utilization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315200" cy="2377440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  <a:gridCol w="1280160"/>
                <a:gridCol w="1645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nginx-lb (public LB)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50% CPU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auth-service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50% CPU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storage-service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50% CPU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hr-service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</a:rPr>
                        <a:t>50% CPU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5448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0392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Why this scales cleanly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194560"/>
            <a:ext cx="2926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</a:rPr>
              <a:t>Resource requests/limits are set on every app pod -- HPA's utilization % is meaningless without them.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</a:rPr>
              <a:t>Databases are NOT autoscaled -- they're stateful singletons behind their own ClusterIP.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</a:rPr>
              <a:t>nginx-lb points at Service DNS names, so new pods are load-balanced the instant kube-proxy updates endpoints -- zero reload.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TW5 Demo -- Micro Kubernetes Services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Configuration, Secrets &amp; Automation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4F6F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E5C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402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ConfigMap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A4A"/>
                </a:solidFill>
              </a:rPr>
              <a:t>nginx.conf lives in a ConfigMap and is mounted into the nginx-lb pods at creation time (volumeMount + subPath). Change routing by editing the ConfigMap and rolling out -- no image rebuild.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4F6F9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1645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E8E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22402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Secrets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43200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A4A"/>
                </a:solidFill>
              </a:rPr>
              <a:t>DB user / password / db-name per service live in Kubernetes Secrets. Pods only ever see them via secretKeyRef env vars -- never hardcoded, never in a ConfigMap.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8321040" y="1645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22402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Rollout automation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743200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A4A"/>
                </a:solidFill>
              </a:rPr>
              <a:t>scripts/rollout-restart.sh performs a rolling restart of every app deployment (auth, storage, hr, nginx-lb) -- deliberately skipping the databases, since they hold no PVC and a restart would wipe their data.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TW5 Demo -- Micro Kubernetes Services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</a:rPr>
              <a:t>Live Demo Plan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</a:rPr>
              <a:t>What we'll show, and the kubectl commands behind each step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Hit the public LB repeatedly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0" y="1527048"/>
            <a:ext cx="5577840" cy="603504"/>
          </a:xfrm>
          <a:prstGeom prst="roundRect">
            <a:avLst>
              <a:gd name="adj" fmla="val 9091"/>
            </a:avLst>
          </a:prstGeom>
          <a:solidFill>
            <a:srgbClr val="F4F6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72200" y="1527048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loop against /storage and /hr -- pod name in the JSON response changes between requests.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514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Prove pod-level balancing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35040" y="2487168"/>
            <a:ext cx="5577840" cy="603504"/>
          </a:xfrm>
          <a:prstGeom prst="roundRect">
            <a:avLst>
              <a:gd name="adj" fmla="val 9091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2487168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-n tw5-demo -- correlate returned pod names against the live pod list.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474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Trigger a scale event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35040" y="3447288"/>
            <a:ext cx="5577840" cy="603504"/>
          </a:xfrm>
          <a:prstGeom prst="roundRect">
            <a:avLst>
              <a:gd name="adj" fmla="val 9091"/>
            </a:avLst>
          </a:prstGeom>
          <a:solidFill>
            <a:srgbClr val="F4F6F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72200" y="3447288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deploy/storage-service --replicas=4, then kubectl get hpa -w to watch it converge.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434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</a:rPr>
              <a:t>Show config-as-data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35040" y="4407408"/>
            <a:ext cx="5577840" cy="603504"/>
          </a:xfrm>
          <a:prstGeom prst="roundRect">
            <a:avLst>
              <a:gd name="adj" fmla="val 9091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172200" y="4407408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exec deploy/nginx-lb -- cat /etc/nginx/nginx.conf; kubectl get secret auth-db-secret -o yaml.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</a:rPr>
              <a:t>Time budget: ~2.5 min architecture, ~1-1.5 min config walkthrough, ~1 min live proof.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TW5 Demo -- Micro Kubernetes Services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2026-09-14T10:23:41Z</dcterms:created>
  <dcterms:modified xsi:type="dcterms:W3CDTF">2026-09-14T10:23:41Z</dcterms:modified>
</cp:coreProperties>
</file>